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0AE9D-9A87-489C-8E8C-7ECD3CFD3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08F842-362A-4359-890F-AB6CB9CA2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8DD789-A9C5-4EBF-A8F0-315DA36F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A129A-E054-41B3-8B9B-0A1F8AB7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625AF6-042B-4168-8A57-DA2B16A6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2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CC35B-6F80-4230-855F-D759F291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113746-C20D-4704-9D5A-E1402645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86A56-B0D6-4974-8FFE-2F27725D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6587A-1384-4052-94DC-C9600A80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406657-E2CD-4577-8871-61C2AF2C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37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17C5A-7267-43C5-B0C6-7BB06678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B26D4D-9E23-44C8-AC8C-3A9EF48FF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0ECA6-09F6-42B5-981C-C8A5DC60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51EE00-8B1C-43BD-B6EF-1F5D58C3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CA1743-3D40-48F4-8843-2E692234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5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F0A1A-1F97-4598-8488-9C52D0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A12F6-00CB-4AAF-AA8A-3DD7927DF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AE10BF-2524-421C-A233-355CC5A0C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F1CEAF-2F93-4AA4-AD9C-3F4B3196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062E18-FF92-45DE-8E94-6C92B847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2D8E38-0912-43FA-8115-4959C72E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72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D54CC-F7C8-45A0-9EA9-1B96CF18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B3EA3C-D129-495C-9BFC-9089304D7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D3BC2C-D720-4A7E-842C-437580E8D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82538B-CAD1-48DA-915A-D963277DA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EDEC54-212C-4DE2-AE7D-E58881B0A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A1DA27-7922-4056-8B5B-F9224B34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FE36B6-C345-445D-AABB-10FF8E53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9E6910-8F11-409A-9867-DD6DDD3D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48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E22E5-9FEA-4909-B192-95216CC0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AD31B4-6401-4957-9280-F933AFC8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AB3886-7593-4E9A-989F-FE081880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2A59F6-95B9-424D-94D3-7C3985F0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6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FE29E2-B0D3-4E71-8E98-E59995C9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3C8679-F4BB-4245-AC5F-E105DCC5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F89FF9-7EAC-4968-B73A-314F6DEF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32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E710F-906B-4520-A89C-55F92E10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62C7E5-54BD-42F2-A7AA-7BCCDA556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6863B7-7B9C-4379-9F09-41762BCDA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12D606-0B6A-4CA1-970F-D0FEFF8E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866564-6AF2-4B64-AD4E-0B9F7CE3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622AFA-65C8-48DB-B871-82E397AE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89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18C51-57AF-4A7E-8126-CCB6B4F9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E06291-B2A3-40A9-A335-EF8598D9B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BBDC67-DA63-4FC5-A18C-2F801A97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722165-F397-450A-B0F2-B4EAAE8A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01EBCB-B45C-4885-B901-8AAA4776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E6DBB1-A824-4EE4-880C-8C17230C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80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3897A-0B8F-49AE-8134-1EB6C396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ADC181-14BE-4978-A794-357EA08F4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5CBDBB-4861-488D-B518-3E460D38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D23996-AA84-4D7B-9440-2EF01F3A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AE349-E4DA-4BA8-9D8D-F2FFA5F0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78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1C3E94-AC36-47C4-B4DE-30308265C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F881BE-5B6F-4A2D-AC28-76D2F4126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CCDC5-44CD-4427-9E7C-002881FE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7892A-9106-49F7-B0C1-D32D3043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EDCCD-7AC2-4471-ACBD-1FA6A218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1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061DA-4742-4DBC-B93A-E2EB2FC62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8BF998-C378-4147-964F-0CB500E46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223962-67BC-4489-8AFB-0BBB67A46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B35AA-85EB-4218-92F6-D22EDF233F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B5798D-72F8-4A4C-BA38-1B760D431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DE270-D8C8-41FD-A7B5-5353953EA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96AD0-FE66-40C0-B841-F0C1BD58BE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14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45B9D-2380-4FC9-8772-9DE85615B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C46A05-088A-4DBA-9977-CDBCFC966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DED2CF-89E6-4DC2-ACDE-E8D51905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1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73152-AD3B-4547-9F28-44C1A360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66D48877-E47B-44C3-B8F6-8ECF5E27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B968B7A9-0A01-43EA-8FA5-D6FE616FF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3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76B75-8679-43C2-B99E-2E8799D3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AB67A1-B735-444E-90B8-0F9AB3932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62EFB517-72CD-4FCE-937D-58DAE49A9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4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46005-CEB6-41D9-8AED-350D7C6F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DAC1613-B8C9-4EA5-BAC5-6F1BCD5A5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1363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7A7B-8952-41C6-B865-ADEBE2A0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5561C3B-4B70-43EA-93B1-3D8CDC2F9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7438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C3E36-9BC9-4054-9A58-E2B452BB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8E63361-4FED-471C-BC5E-8A2BF5738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795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34F96-A782-4CED-9DB2-51F03CBF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4DF7C3F-0777-40EF-9C59-105DB0969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2287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A7AE6-A257-450F-ADD9-2A5072F5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8E0380-DF39-4635-AA77-FA3CD815F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701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769ED-B7BC-4A6F-9187-D5397F1C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55E4B81-B7A6-4693-85B2-03FE34354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5333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AFB3F-ADE0-4500-B71F-A8A00B55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77955F0-7577-435A-9677-96F758D61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005996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3</cp:revision>
  <dcterms:created xsi:type="dcterms:W3CDTF">2025-11-16T15:12:34Z</dcterms:created>
  <dcterms:modified xsi:type="dcterms:W3CDTF">2025-11-16T15:27:59Z</dcterms:modified>
</cp:coreProperties>
</file>